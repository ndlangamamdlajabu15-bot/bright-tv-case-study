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3282A-7BE1-471E-9F16-6916D8D6A721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C35ED-70F0-4766-A97C-A00B5ED3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72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BDF68E2-58F2-4D09-BE8B-E3BD06533059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71202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2418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0033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2817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2893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7748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826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710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8834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5756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027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95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8624D31-43A5-475A-80CF-332C9F6DCF35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36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Bright TV Viewership project plan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83280" y="1371600"/>
            <a:ext cx="1043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426839" y="1371600"/>
            <a:ext cx="1043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70398" y="1371600"/>
            <a:ext cx="1043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13957" y="1371600"/>
            <a:ext cx="1043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7516" y="1371600"/>
            <a:ext cx="1043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01075" y="1371600"/>
            <a:ext cx="1043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44634" y="1371600"/>
            <a:ext cx="1043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688193" y="1371600"/>
            <a:ext cx="1043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1755648"/>
            <a:ext cx="1127455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202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18745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B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29000" y="1947672"/>
            <a:ext cx="952119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947672"/>
            <a:ext cx="9521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1day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2359152"/>
            <a:ext cx="112745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231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8680" y="2377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B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 (EDA)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472559" y="2450592"/>
            <a:ext cx="952119" cy="32004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2559" y="2450592"/>
            <a:ext cx="9521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1day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2862072"/>
            <a:ext cx="112745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9260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8680" y="28803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B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Questions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516118" y="2953512"/>
            <a:ext cx="952119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6118" y="2953512"/>
            <a:ext cx="9521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1day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" y="3364992"/>
            <a:ext cx="112745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4290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68680" y="3383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B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Filtering (SQL)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59677" y="3456432"/>
            <a:ext cx="1995678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9677" y="3456432"/>
            <a:ext cx="19956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5days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3867912"/>
            <a:ext cx="112745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9319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6868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B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Creation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646795" y="3959352"/>
            <a:ext cx="952119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46795" y="3959352"/>
            <a:ext cx="9521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2days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7200" y="4370832"/>
            <a:ext cx="112745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4348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68680" y="4389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B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Drawing Insights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690354" y="4462272"/>
            <a:ext cx="952119" cy="320040"/>
          </a:xfrm>
          <a:prstGeom prst="roundRect">
            <a:avLst>
              <a:gd name="adj" fmla="val 14286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90354" y="4462272"/>
            <a:ext cx="9521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1day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457200" y="4873752"/>
            <a:ext cx="112745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49377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937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68680" y="4892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1B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Providing Recommendations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0733913" y="4965192"/>
            <a:ext cx="952119" cy="320040"/>
          </a:xfrm>
          <a:prstGeom prst="roundRect">
            <a:avLst>
              <a:gd name="adj" fmla="val 14286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33913" y="4965192"/>
            <a:ext cx="9521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1day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57200" y="5376672"/>
            <a:ext cx="1127455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Georgia</vt:lpstr>
      <vt:lpstr>Tw Cen MT</vt:lpstr>
      <vt:lpstr>Tw Cen MT Condensed</vt:lpstr>
      <vt:lpstr>Wingdings 3</vt:lpstr>
      <vt:lpstr>Integral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jabu Ndlangamandla</dc:creator>
  <cp:lastModifiedBy>jabu Ndlangamandla</cp:lastModifiedBy>
  <cp:revision>2</cp:revision>
  <dcterms:created xsi:type="dcterms:W3CDTF">2026-08-02T19:37:16Z</dcterms:created>
  <dcterms:modified xsi:type="dcterms:W3CDTF">2026-08-02T19:39:00Z</dcterms:modified>
</cp:coreProperties>
</file>